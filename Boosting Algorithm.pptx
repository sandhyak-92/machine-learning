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CCC3AF5-5825-44FF-BD35-E2201853F7B6}" v="188" dt="2026-06-29T04:26:49.6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9" autoAdjust="0"/>
    <p:restoredTop sz="94660"/>
  </p:normalViewPr>
  <p:slideViewPr>
    <p:cSldViewPr snapToGrid="0">
      <p:cViewPr>
        <p:scale>
          <a:sx n="59" d="100"/>
          <a:sy n="59" d="100"/>
        </p:scale>
        <p:origin x="183" y="8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ran Prasanna Kanniah" userId="28760a235ac07b73" providerId="LiveId" clId="{3BE6C3CB-DDF5-4253-9BF6-824AF301EB93}"/>
    <pc:docChg chg="undo custSel addSld modSld">
      <pc:chgData name="Amaran Prasanna Kanniah" userId="28760a235ac07b73" providerId="LiveId" clId="{3BE6C3CB-DDF5-4253-9BF6-824AF301EB93}" dt="2026-06-29T04:29:33.390" v="441" actId="1036"/>
      <pc:docMkLst>
        <pc:docMk/>
      </pc:docMkLst>
      <pc:sldChg chg="modSp mod">
        <pc:chgData name="Amaran Prasanna Kanniah" userId="28760a235ac07b73" providerId="LiveId" clId="{3BE6C3CB-DDF5-4253-9BF6-824AF301EB93}" dt="2026-06-28T23:34:43.202" v="36" actId="122"/>
        <pc:sldMkLst>
          <pc:docMk/>
          <pc:sldMk cId="2377118278" sldId="256"/>
        </pc:sldMkLst>
        <pc:spChg chg="mod">
          <ac:chgData name="Amaran Prasanna Kanniah" userId="28760a235ac07b73" providerId="LiveId" clId="{3BE6C3CB-DDF5-4253-9BF6-824AF301EB93}" dt="2026-06-28T23:34:43.202" v="36" actId="122"/>
          <ac:spMkLst>
            <pc:docMk/>
            <pc:sldMk cId="2377118278" sldId="256"/>
            <ac:spMk id="2" creationId="{95DB4FC2-9FC3-2E44-C2BE-A86C43E26417}"/>
          </ac:spMkLst>
        </pc:spChg>
      </pc:sldChg>
      <pc:sldChg chg="modSp new mod">
        <pc:chgData name="Amaran Prasanna Kanniah" userId="28760a235ac07b73" providerId="LiveId" clId="{3BE6C3CB-DDF5-4253-9BF6-824AF301EB93}" dt="2026-06-29T04:27:42.289" v="406" actId="2711"/>
        <pc:sldMkLst>
          <pc:docMk/>
          <pc:sldMk cId="2059907368" sldId="257"/>
        </pc:sldMkLst>
        <pc:spChg chg="mod">
          <ac:chgData name="Amaran Prasanna Kanniah" userId="28760a235ac07b73" providerId="LiveId" clId="{3BE6C3CB-DDF5-4253-9BF6-824AF301EB93}" dt="2026-06-29T04:25:03.128" v="398" actId="115"/>
          <ac:spMkLst>
            <pc:docMk/>
            <pc:sldMk cId="2059907368" sldId="257"/>
            <ac:spMk id="2" creationId="{1B662FAC-F92F-5966-8B76-021679791AF5}"/>
          </ac:spMkLst>
        </pc:spChg>
        <pc:spChg chg="mod">
          <ac:chgData name="Amaran Prasanna Kanniah" userId="28760a235ac07b73" providerId="LiveId" clId="{3BE6C3CB-DDF5-4253-9BF6-824AF301EB93}" dt="2026-06-29T04:27:42.289" v="406" actId="2711"/>
          <ac:spMkLst>
            <pc:docMk/>
            <pc:sldMk cId="2059907368" sldId="257"/>
            <ac:spMk id="3" creationId="{3A4D01F4-FE3C-A90C-2723-0E30191C9B7A}"/>
          </ac:spMkLst>
        </pc:spChg>
      </pc:sldChg>
      <pc:sldChg chg="addSp delSp modSp new mod">
        <pc:chgData name="Amaran Prasanna Kanniah" userId="28760a235ac07b73" providerId="LiveId" clId="{3BE6C3CB-DDF5-4253-9BF6-824AF301EB93}" dt="2026-06-29T04:28:01.419" v="408" actId="255"/>
        <pc:sldMkLst>
          <pc:docMk/>
          <pc:sldMk cId="2873035808" sldId="258"/>
        </pc:sldMkLst>
        <pc:spChg chg="del">
          <ac:chgData name="Amaran Prasanna Kanniah" userId="28760a235ac07b73" providerId="LiveId" clId="{3BE6C3CB-DDF5-4253-9BF6-824AF301EB93}" dt="2026-06-29T03:10:51.736" v="41" actId="478"/>
          <ac:spMkLst>
            <pc:docMk/>
            <pc:sldMk cId="2873035808" sldId="258"/>
            <ac:spMk id="2" creationId="{7E5533F4-8245-E0D0-32DB-2B5C61A3B5A7}"/>
          </ac:spMkLst>
        </pc:spChg>
        <pc:spChg chg="del">
          <ac:chgData name="Amaran Prasanna Kanniah" userId="28760a235ac07b73" providerId="LiveId" clId="{3BE6C3CB-DDF5-4253-9BF6-824AF301EB93}" dt="2026-06-29T03:10:44.169" v="39" actId="931"/>
          <ac:spMkLst>
            <pc:docMk/>
            <pc:sldMk cId="2873035808" sldId="258"/>
            <ac:spMk id="3" creationId="{4FABDA65-72F1-7239-B1E0-7051A0080437}"/>
          </ac:spMkLst>
        </pc:spChg>
        <pc:spChg chg="add mod">
          <ac:chgData name="Amaran Prasanna Kanniah" userId="28760a235ac07b73" providerId="LiveId" clId="{3BE6C3CB-DDF5-4253-9BF6-824AF301EB93}" dt="2026-06-29T04:28:01.419" v="408" actId="255"/>
          <ac:spMkLst>
            <pc:docMk/>
            <pc:sldMk cId="2873035808" sldId="258"/>
            <ac:spMk id="6" creationId="{F3BB9D33-AF44-1A7C-9E6C-D336F91FF73B}"/>
          </ac:spMkLst>
        </pc:spChg>
        <pc:picChg chg="add mod">
          <ac:chgData name="Amaran Prasanna Kanniah" userId="28760a235ac07b73" providerId="LiveId" clId="{3BE6C3CB-DDF5-4253-9BF6-824AF301EB93}" dt="2026-06-29T03:11:12.661" v="44" actId="1076"/>
          <ac:picMkLst>
            <pc:docMk/>
            <pc:sldMk cId="2873035808" sldId="258"/>
            <ac:picMk id="5" creationId="{FFE61397-6346-9C4F-BD82-646802A9303C}"/>
          </ac:picMkLst>
        </pc:picChg>
      </pc:sldChg>
      <pc:sldChg chg="modSp new mod">
        <pc:chgData name="Amaran Prasanna Kanniah" userId="28760a235ac07b73" providerId="LiveId" clId="{3BE6C3CB-DDF5-4253-9BF6-824AF301EB93}" dt="2026-06-29T04:27:15.844" v="404" actId="2711"/>
        <pc:sldMkLst>
          <pc:docMk/>
          <pc:sldMk cId="4251319644" sldId="259"/>
        </pc:sldMkLst>
        <pc:spChg chg="mod">
          <ac:chgData name="Amaran Prasanna Kanniah" userId="28760a235ac07b73" providerId="LiveId" clId="{3BE6C3CB-DDF5-4253-9BF6-824AF301EB93}" dt="2026-06-29T04:24:47.294" v="397" actId="115"/>
          <ac:spMkLst>
            <pc:docMk/>
            <pc:sldMk cId="4251319644" sldId="259"/>
            <ac:spMk id="2" creationId="{5F33221B-5E47-48CF-6A6C-4DE53EFD6682}"/>
          </ac:spMkLst>
        </pc:spChg>
        <pc:spChg chg="mod">
          <ac:chgData name="Amaran Prasanna Kanniah" userId="28760a235ac07b73" providerId="LiveId" clId="{3BE6C3CB-DDF5-4253-9BF6-824AF301EB93}" dt="2026-06-29T04:27:15.844" v="404" actId="2711"/>
          <ac:spMkLst>
            <pc:docMk/>
            <pc:sldMk cId="4251319644" sldId="259"/>
            <ac:spMk id="3" creationId="{12FD5593-695A-B375-D1CF-313696346663}"/>
          </ac:spMkLst>
        </pc:spChg>
      </pc:sldChg>
      <pc:sldChg chg="addSp delSp modSp new mod">
        <pc:chgData name="Amaran Prasanna Kanniah" userId="28760a235ac07b73" providerId="LiveId" clId="{3BE6C3CB-DDF5-4253-9BF6-824AF301EB93}" dt="2026-06-29T04:29:33.390" v="441" actId="1036"/>
        <pc:sldMkLst>
          <pc:docMk/>
          <pc:sldMk cId="1940031407" sldId="260"/>
        </pc:sldMkLst>
        <pc:spChg chg="del">
          <ac:chgData name="Amaran Prasanna Kanniah" userId="28760a235ac07b73" providerId="LiveId" clId="{3BE6C3CB-DDF5-4253-9BF6-824AF301EB93}" dt="2026-06-29T03:28:22.543" v="102" actId="478"/>
          <ac:spMkLst>
            <pc:docMk/>
            <pc:sldMk cId="1940031407" sldId="260"/>
            <ac:spMk id="2" creationId="{4F6ED4D4-E6C7-BBE6-C949-FBA3B012427D}"/>
          </ac:spMkLst>
        </pc:spChg>
        <pc:spChg chg="del">
          <ac:chgData name="Amaran Prasanna Kanniah" userId="28760a235ac07b73" providerId="LiveId" clId="{3BE6C3CB-DDF5-4253-9BF6-824AF301EB93}" dt="2026-06-29T03:28:18.535" v="98" actId="931"/>
          <ac:spMkLst>
            <pc:docMk/>
            <pc:sldMk cId="1940031407" sldId="260"/>
            <ac:spMk id="3" creationId="{5DF3ABED-CBC7-396A-57B6-657D86B541E8}"/>
          </ac:spMkLst>
        </pc:spChg>
        <pc:spChg chg="add mod">
          <ac:chgData name="Amaran Prasanna Kanniah" userId="28760a235ac07b73" providerId="LiveId" clId="{3BE6C3CB-DDF5-4253-9BF6-824AF301EB93}" dt="2026-06-29T04:29:33.390" v="441" actId="1036"/>
          <ac:spMkLst>
            <pc:docMk/>
            <pc:sldMk cId="1940031407" sldId="260"/>
            <ac:spMk id="7" creationId="{6B48F7FA-A82B-4536-0BDC-57B1124D559D}"/>
          </ac:spMkLst>
        </pc:spChg>
        <pc:picChg chg="add mod">
          <ac:chgData name="Amaran Prasanna Kanniah" userId="28760a235ac07b73" providerId="LiveId" clId="{3BE6C3CB-DDF5-4253-9BF6-824AF301EB93}" dt="2026-06-29T03:28:32.690" v="105" actId="1076"/>
          <ac:picMkLst>
            <pc:docMk/>
            <pc:sldMk cId="1940031407" sldId="260"/>
            <ac:picMk id="5" creationId="{92A6DE47-B4F9-9827-5662-96145F2DCC06}"/>
          </ac:picMkLst>
        </pc:picChg>
      </pc:sldChg>
      <pc:sldChg chg="addSp delSp modSp new mod">
        <pc:chgData name="Amaran Prasanna Kanniah" userId="28760a235ac07b73" providerId="LiveId" clId="{3BE6C3CB-DDF5-4253-9BF6-824AF301EB93}" dt="2026-06-29T04:27:29.573" v="405" actId="2711"/>
        <pc:sldMkLst>
          <pc:docMk/>
          <pc:sldMk cId="1155089141" sldId="261"/>
        </pc:sldMkLst>
        <pc:spChg chg="mod">
          <ac:chgData name="Amaran Prasanna Kanniah" userId="28760a235ac07b73" providerId="LiveId" clId="{3BE6C3CB-DDF5-4253-9BF6-824AF301EB93}" dt="2026-06-29T04:24:34.608" v="396" actId="115"/>
          <ac:spMkLst>
            <pc:docMk/>
            <pc:sldMk cId="1155089141" sldId="261"/>
            <ac:spMk id="2" creationId="{1AFD5EE2-C6C1-91F1-2F56-A069E61545D8}"/>
          </ac:spMkLst>
        </pc:spChg>
        <pc:spChg chg="del">
          <ac:chgData name="Amaran Prasanna Kanniah" userId="28760a235ac07b73" providerId="LiveId" clId="{3BE6C3CB-DDF5-4253-9BF6-824AF301EB93}" dt="2026-06-29T03:33:32.590" v="144" actId="931"/>
          <ac:spMkLst>
            <pc:docMk/>
            <pc:sldMk cId="1155089141" sldId="261"/>
            <ac:spMk id="3" creationId="{934CBE06-7125-942E-2DB7-1383086B2CAC}"/>
          </ac:spMkLst>
        </pc:spChg>
        <pc:spChg chg="add mod">
          <ac:chgData name="Amaran Prasanna Kanniah" userId="28760a235ac07b73" providerId="LiveId" clId="{3BE6C3CB-DDF5-4253-9BF6-824AF301EB93}" dt="2026-06-29T04:27:29.573" v="405" actId="2711"/>
          <ac:spMkLst>
            <pc:docMk/>
            <pc:sldMk cId="1155089141" sldId="261"/>
            <ac:spMk id="7" creationId="{5C5BA91B-D461-4312-F8EA-CE10DA6AE8EF}"/>
          </ac:spMkLst>
        </pc:spChg>
        <pc:picChg chg="add del mod">
          <ac:chgData name="Amaran Prasanna Kanniah" userId="28760a235ac07b73" providerId="LiveId" clId="{3BE6C3CB-DDF5-4253-9BF6-824AF301EB93}" dt="2026-06-29T03:33:40.028" v="147" actId="21"/>
          <ac:picMkLst>
            <pc:docMk/>
            <pc:sldMk cId="1155089141" sldId="261"/>
            <ac:picMk id="5" creationId="{CE4C2627-598A-51E7-BA21-2778AFD644A5}"/>
          </ac:picMkLst>
        </pc:picChg>
      </pc:sldChg>
      <pc:sldChg chg="addSp delSp modSp new mod">
        <pc:chgData name="Amaran Prasanna Kanniah" userId="28760a235ac07b73" providerId="LiveId" clId="{3BE6C3CB-DDF5-4253-9BF6-824AF301EB93}" dt="2026-06-29T04:28:31.871" v="412" actId="255"/>
        <pc:sldMkLst>
          <pc:docMk/>
          <pc:sldMk cId="2076404403" sldId="262"/>
        </pc:sldMkLst>
        <pc:spChg chg="del">
          <ac:chgData name="Amaran Prasanna Kanniah" userId="28760a235ac07b73" providerId="LiveId" clId="{3BE6C3CB-DDF5-4253-9BF6-824AF301EB93}" dt="2026-06-29T03:33:59.552" v="152" actId="478"/>
          <ac:spMkLst>
            <pc:docMk/>
            <pc:sldMk cId="2076404403" sldId="262"/>
            <ac:spMk id="2" creationId="{DA92E924-35E4-A5B0-BDB4-CAF6E7C81E66}"/>
          </ac:spMkLst>
        </pc:spChg>
        <pc:spChg chg="del">
          <ac:chgData name="Amaran Prasanna Kanniah" userId="28760a235ac07b73" providerId="LiveId" clId="{3BE6C3CB-DDF5-4253-9BF6-824AF301EB93}" dt="2026-06-29T03:33:51.377" v="149" actId="931"/>
          <ac:spMkLst>
            <pc:docMk/>
            <pc:sldMk cId="2076404403" sldId="262"/>
            <ac:spMk id="3" creationId="{AD7D5C2B-7670-C62C-4307-BCF9B358AFB4}"/>
          </ac:spMkLst>
        </pc:spChg>
        <pc:spChg chg="add mod">
          <ac:chgData name="Amaran Prasanna Kanniah" userId="28760a235ac07b73" providerId="LiveId" clId="{3BE6C3CB-DDF5-4253-9BF6-824AF301EB93}" dt="2026-06-29T04:28:31.871" v="412" actId="255"/>
          <ac:spMkLst>
            <pc:docMk/>
            <pc:sldMk cId="2076404403" sldId="262"/>
            <ac:spMk id="6" creationId="{11613720-FB1C-11EF-86C2-DAF78BD8A84D}"/>
          </ac:spMkLst>
        </pc:spChg>
        <pc:spChg chg="add del mod">
          <ac:chgData name="Amaran Prasanna Kanniah" userId="28760a235ac07b73" providerId="LiveId" clId="{3BE6C3CB-DDF5-4253-9BF6-824AF301EB93}" dt="2026-06-29T03:41:42.413" v="290" actId="931"/>
          <ac:spMkLst>
            <pc:docMk/>
            <pc:sldMk cId="2076404403" sldId="262"/>
            <ac:spMk id="8" creationId="{2B58ED1D-6DD8-7586-8650-56513A003B00}"/>
          </ac:spMkLst>
        </pc:spChg>
        <pc:picChg chg="add del mod">
          <ac:chgData name="Amaran Prasanna Kanniah" userId="28760a235ac07b73" providerId="LiveId" clId="{3BE6C3CB-DDF5-4253-9BF6-824AF301EB93}" dt="2026-06-29T03:41:38.662" v="289" actId="478"/>
          <ac:picMkLst>
            <pc:docMk/>
            <pc:sldMk cId="2076404403" sldId="262"/>
            <ac:picMk id="5" creationId="{D9D92D57-B9BB-07A7-6D26-CEE2C5F2B52A}"/>
          </ac:picMkLst>
        </pc:picChg>
        <pc:picChg chg="add mod">
          <ac:chgData name="Amaran Prasanna Kanniah" userId="28760a235ac07b73" providerId="LiveId" clId="{3BE6C3CB-DDF5-4253-9BF6-824AF301EB93}" dt="2026-06-29T03:41:47.788" v="295" actId="962"/>
          <ac:picMkLst>
            <pc:docMk/>
            <pc:sldMk cId="2076404403" sldId="262"/>
            <ac:picMk id="10" creationId="{96462A4E-D339-A58E-324D-7FA3E0FFE275}"/>
          </ac:picMkLst>
        </pc:picChg>
      </pc:sldChg>
      <pc:sldChg chg="addSp delSp modSp new mod">
        <pc:chgData name="Amaran Prasanna Kanniah" userId="28760a235ac07b73" providerId="LiveId" clId="{3BE6C3CB-DDF5-4253-9BF6-824AF301EB93}" dt="2026-06-29T04:24:07.107" v="395" actId="115"/>
        <pc:sldMkLst>
          <pc:docMk/>
          <pc:sldMk cId="3550623579" sldId="263"/>
        </pc:sldMkLst>
        <pc:spChg chg="mod">
          <ac:chgData name="Amaran Prasanna Kanniah" userId="28760a235ac07b73" providerId="LiveId" clId="{3BE6C3CB-DDF5-4253-9BF6-824AF301EB93}" dt="2026-06-29T04:24:07.107" v="395" actId="115"/>
          <ac:spMkLst>
            <pc:docMk/>
            <pc:sldMk cId="3550623579" sldId="263"/>
            <ac:spMk id="2" creationId="{D1667F7A-9C5F-2EF3-49BC-C94B63DBBB24}"/>
          </ac:spMkLst>
        </pc:spChg>
        <pc:spChg chg="del">
          <ac:chgData name="Amaran Prasanna Kanniah" userId="28760a235ac07b73" providerId="LiveId" clId="{3BE6C3CB-DDF5-4253-9BF6-824AF301EB93}" dt="2026-06-29T03:48:02.125" v="321"/>
          <ac:spMkLst>
            <pc:docMk/>
            <pc:sldMk cId="3550623579" sldId="263"/>
            <ac:spMk id="3" creationId="{89CE6947-9786-157C-4C8C-3B03A533B958}"/>
          </ac:spMkLst>
        </pc:spChg>
        <pc:spChg chg="add del">
          <ac:chgData name="Amaran Prasanna Kanniah" userId="28760a235ac07b73" providerId="LiveId" clId="{3BE6C3CB-DDF5-4253-9BF6-824AF301EB93}" dt="2026-06-29T03:49:19.220" v="331" actId="22"/>
          <ac:spMkLst>
            <pc:docMk/>
            <pc:sldMk cId="3550623579" sldId="263"/>
            <ac:spMk id="7" creationId="{55B00D86-BE37-E688-B1E2-51925BA10C84}"/>
          </ac:spMkLst>
        </pc:spChg>
        <pc:graphicFrameChg chg="add mod modGraphic">
          <ac:chgData name="Amaran Prasanna Kanniah" userId="28760a235ac07b73" providerId="LiveId" clId="{3BE6C3CB-DDF5-4253-9BF6-824AF301EB93}" dt="2026-06-29T04:04:41.015" v="373" actId="2164"/>
          <ac:graphicFrameMkLst>
            <pc:docMk/>
            <pc:sldMk cId="3550623579" sldId="263"/>
            <ac:graphicFrameMk id="4" creationId="{A31B09B0-95F6-A8F4-7D24-B89C2279E186}"/>
          </ac:graphicFrameMkLst>
        </pc:graphicFrameChg>
        <pc:graphicFrameChg chg="add mod modGraphic">
          <ac:chgData name="Amaran Prasanna Kanniah" userId="28760a235ac07b73" providerId="LiveId" clId="{3BE6C3CB-DDF5-4253-9BF6-824AF301EB93}" dt="2026-06-29T04:23:32.901" v="392" actId="14734"/>
          <ac:graphicFrameMkLst>
            <pc:docMk/>
            <pc:sldMk cId="3550623579" sldId="263"/>
            <ac:graphicFrameMk id="5" creationId="{4231B8A9-228B-15A8-F76E-A0442E2FE2F3}"/>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D1D90-F88A-299E-F5AC-F49348511F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id="{7941EFF5-95A4-A42E-352B-6E019D5070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id="{CACA98D7-9946-29C4-50FE-38F820D007D9}"/>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5" name="Footer Placeholder 4">
            <a:extLst>
              <a:ext uri="{FF2B5EF4-FFF2-40B4-BE49-F238E27FC236}">
                <a16:creationId xmlns:a16="http://schemas.microsoft.com/office/drawing/2014/main" id="{72CF09DA-550B-C9D3-A241-1088E80F52C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897778C2-D92F-4CAD-B63C-EDF313854087}"/>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4129729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AF2BD-9CE1-4F3F-2D47-16039CCEC025}"/>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99650F8B-FE77-77BD-F74E-6C86461755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C8C3974-C7D2-F62D-6825-CB9A2C5C8045}"/>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5" name="Footer Placeholder 4">
            <a:extLst>
              <a:ext uri="{FF2B5EF4-FFF2-40B4-BE49-F238E27FC236}">
                <a16:creationId xmlns:a16="http://schemas.microsoft.com/office/drawing/2014/main" id="{7DF5CAFB-7CC9-9186-EBE9-B29A35675A87}"/>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ED67D818-3ED1-1F9D-976D-AEB24C93CFE4}"/>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3656464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809D9-DE89-6D5F-3DDA-C09C60F0F26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id="{82A54174-046D-AA49-1690-61C6235320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C9E385-97A5-18F9-D11E-9239A37FE5AF}"/>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5" name="Footer Placeholder 4">
            <a:extLst>
              <a:ext uri="{FF2B5EF4-FFF2-40B4-BE49-F238E27FC236}">
                <a16:creationId xmlns:a16="http://schemas.microsoft.com/office/drawing/2014/main" id="{D7461AAD-E454-F89E-C4BF-F052A88E0AE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68AD290B-90E1-AD5F-A838-DB65E4B4A935}"/>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1455718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7230A-9BA9-088B-3335-0CBD254F2989}"/>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id="{0D4E9FE6-D86B-2A51-7A24-466E30DC21A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id="{FAD9C151-E01D-73FD-6129-058FC1B3F2F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id="{DEE31A26-DBCA-52E2-FAC3-A77BE2E906BF}"/>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6" name="Footer Placeholder 5">
            <a:extLst>
              <a:ext uri="{FF2B5EF4-FFF2-40B4-BE49-F238E27FC236}">
                <a16:creationId xmlns:a16="http://schemas.microsoft.com/office/drawing/2014/main" id="{DC723C0D-CC62-52E8-6087-0E5BF1F05849}"/>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0D3CF540-B47B-8168-6E65-95B9732453B7}"/>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3509180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6F5A4-02AA-1DF4-A55C-B967D7F38B07}"/>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id="{8671C452-1101-0360-EB1D-DD55EBC4A2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242E83-8FB6-F40F-BF9A-0CA159DEA36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id="{19E5A644-39E7-EC84-80F2-6AF7C7BB1C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22906A-D9B1-9FE7-AD0E-230D7E9510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id="{41E1E1B3-1DD3-95FD-3B6E-27F4D886643F}"/>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8" name="Footer Placeholder 7">
            <a:extLst>
              <a:ext uri="{FF2B5EF4-FFF2-40B4-BE49-F238E27FC236}">
                <a16:creationId xmlns:a16="http://schemas.microsoft.com/office/drawing/2014/main" id="{7D78AE7B-2570-B136-C50B-77E91F7885A5}"/>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id="{F82106C6-28A5-4A0F-DFA6-31152A268F0A}"/>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10817680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5908F-FBD8-CB8B-D58B-26AD48F61BEC}"/>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id="{B7849F1F-8D9C-BCCF-E5A3-BA57AA9CF304}"/>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4" name="Footer Placeholder 3">
            <a:extLst>
              <a:ext uri="{FF2B5EF4-FFF2-40B4-BE49-F238E27FC236}">
                <a16:creationId xmlns:a16="http://schemas.microsoft.com/office/drawing/2014/main" id="{ADB445F2-F0D9-68F0-50D0-06C8716BA087}"/>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id="{03F72644-9D34-1B92-BE01-62B7187BD990}"/>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795601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92E598-3BAE-9DD3-EF01-531A5B92BAA0}"/>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3" name="Footer Placeholder 2">
            <a:extLst>
              <a:ext uri="{FF2B5EF4-FFF2-40B4-BE49-F238E27FC236}">
                <a16:creationId xmlns:a16="http://schemas.microsoft.com/office/drawing/2014/main" id="{E619EAC2-C196-0881-E4EA-DC6C60E520F3}"/>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id="{37FE4508-8D53-B087-AE03-1AE79169EBF8}"/>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3015414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A56DA-06FB-90C5-6324-8E79AFF2B0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id="{D669EBF4-EE31-35B6-ECB9-F7D04DD1BE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id="{1290E6D1-C33D-4E4B-D9EB-F8710A0E0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88E5A3-6693-BD1E-1C59-EF606148F22F}"/>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6" name="Footer Placeholder 5">
            <a:extLst>
              <a:ext uri="{FF2B5EF4-FFF2-40B4-BE49-F238E27FC236}">
                <a16:creationId xmlns:a16="http://schemas.microsoft.com/office/drawing/2014/main" id="{06366090-2BD7-EDC3-8ABE-5E89AA0E55C1}"/>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ED0C2577-1B80-0293-D516-5A85052D75C3}"/>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2675739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20D72-423E-A259-DFA4-CD3A218ACC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id="{DAD0A84A-39FD-66E7-1D2F-747C8320D0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id="{EB350635-CAC7-1356-5D27-26CABFF5ED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A56AE3-FD8C-5341-344B-FB329DDBB3F9}"/>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6" name="Footer Placeholder 5">
            <a:extLst>
              <a:ext uri="{FF2B5EF4-FFF2-40B4-BE49-F238E27FC236}">
                <a16:creationId xmlns:a16="http://schemas.microsoft.com/office/drawing/2014/main" id="{4F32D228-5229-A852-DFD7-8979B1DD3825}"/>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id="{AD85FF9C-6A6F-B22C-4B09-F861FC741CF3}"/>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109461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3430E-DCA0-A8C0-7629-C689CE2E6F76}"/>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3A2A127D-F374-4EE7-F7DE-E01D266BFCE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1242A067-D82E-376F-A9D4-402A06C0CF2D}"/>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5" name="Footer Placeholder 4">
            <a:extLst>
              <a:ext uri="{FF2B5EF4-FFF2-40B4-BE49-F238E27FC236}">
                <a16:creationId xmlns:a16="http://schemas.microsoft.com/office/drawing/2014/main" id="{6BB3D38F-B1FF-7F0B-A845-82F64C3AFD84}"/>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05CEF5F7-CE48-F665-0A76-199EC1CC6145}"/>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2212485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B743CE-8B9C-69B0-6FB3-88BB587874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id="{8F5A8970-D665-A91D-D355-D3E9B9AA53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07576249-5AE7-FA8D-92FC-45FE7CD00C76}"/>
              </a:ext>
            </a:extLst>
          </p:cNvPr>
          <p:cNvSpPr>
            <a:spLocks noGrp="1"/>
          </p:cNvSpPr>
          <p:nvPr>
            <p:ph type="dt" sz="half" idx="10"/>
          </p:nvPr>
        </p:nvSpPr>
        <p:spPr/>
        <p:txBody>
          <a:bodyPr/>
          <a:lstStyle/>
          <a:p>
            <a:fld id="{71274E6E-DE36-4A0D-9C69-A4883D6623EA}" type="datetimeFigureOut">
              <a:rPr lang="en-NZ" smtClean="0"/>
              <a:t>28/06/2026</a:t>
            </a:fld>
            <a:endParaRPr lang="en-NZ"/>
          </a:p>
        </p:txBody>
      </p:sp>
      <p:sp>
        <p:nvSpPr>
          <p:cNvPr id="5" name="Footer Placeholder 4">
            <a:extLst>
              <a:ext uri="{FF2B5EF4-FFF2-40B4-BE49-F238E27FC236}">
                <a16:creationId xmlns:a16="http://schemas.microsoft.com/office/drawing/2014/main" id="{5072E06A-C4BA-DFCD-1FC0-1CC04A01B709}"/>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id="{259C852C-9B0D-A9D8-3349-94A959E09232}"/>
              </a:ext>
            </a:extLst>
          </p:cNvPr>
          <p:cNvSpPr>
            <a:spLocks noGrp="1"/>
          </p:cNvSpPr>
          <p:nvPr>
            <p:ph type="sldNum" sz="quarter" idx="12"/>
          </p:nvPr>
        </p:nvSpPr>
        <p:spPr/>
        <p:txBody>
          <a:bodyPr/>
          <a:lstStyle/>
          <a:p>
            <a:fld id="{801BC3FB-14D3-4ECA-B019-61CA97B07DC1}" type="slidenum">
              <a:rPr lang="en-NZ" smtClean="0"/>
              <a:t>‹#›</a:t>
            </a:fld>
            <a:endParaRPr lang="en-NZ"/>
          </a:p>
        </p:txBody>
      </p:sp>
    </p:spTree>
    <p:extLst>
      <p:ext uri="{BB962C8B-B14F-4D97-AF65-F5344CB8AC3E}">
        <p14:creationId xmlns:p14="http://schemas.microsoft.com/office/powerpoint/2010/main" val="2812173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E4137D9-E57B-60E7-85FE-0889E3E22E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id="{11448B11-8797-A63B-EB91-14BD4909BD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id="{408150A0-B1C4-CB14-E67D-95FD1196BB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274E6E-DE36-4A0D-9C69-A4883D6623EA}" type="datetimeFigureOut">
              <a:rPr lang="en-NZ" smtClean="0"/>
              <a:t>28/06/2026</a:t>
            </a:fld>
            <a:endParaRPr lang="en-NZ"/>
          </a:p>
        </p:txBody>
      </p:sp>
      <p:sp>
        <p:nvSpPr>
          <p:cNvPr id="5" name="Footer Placeholder 4">
            <a:extLst>
              <a:ext uri="{FF2B5EF4-FFF2-40B4-BE49-F238E27FC236}">
                <a16:creationId xmlns:a16="http://schemas.microsoft.com/office/drawing/2014/main" id="{1CBE461C-6711-06B1-1FA4-DE39F26172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Z"/>
          </a:p>
        </p:txBody>
      </p:sp>
      <p:sp>
        <p:nvSpPr>
          <p:cNvPr id="6" name="Slide Number Placeholder 5">
            <a:extLst>
              <a:ext uri="{FF2B5EF4-FFF2-40B4-BE49-F238E27FC236}">
                <a16:creationId xmlns:a16="http://schemas.microsoft.com/office/drawing/2014/main" id="{F6EEBACC-E3FA-512C-7459-7834474D80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01BC3FB-14D3-4ECA-B019-61CA97B07DC1}" type="slidenum">
              <a:rPr lang="en-NZ" smtClean="0"/>
              <a:t>‹#›</a:t>
            </a:fld>
            <a:endParaRPr lang="en-NZ"/>
          </a:p>
        </p:txBody>
      </p:sp>
    </p:spTree>
    <p:extLst>
      <p:ext uri="{BB962C8B-B14F-4D97-AF65-F5344CB8AC3E}">
        <p14:creationId xmlns:p14="http://schemas.microsoft.com/office/powerpoint/2010/main" val="80249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B4FC2-9FC3-2E44-C2BE-A86C43E26417}"/>
              </a:ext>
            </a:extLst>
          </p:cNvPr>
          <p:cNvSpPr>
            <a:spLocks noGrp="1"/>
          </p:cNvSpPr>
          <p:nvPr>
            <p:ph type="ctrTitle"/>
          </p:nvPr>
        </p:nvSpPr>
        <p:spPr/>
        <p:txBody>
          <a:bodyPr/>
          <a:lstStyle/>
          <a:p>
            <a:r>
              <a:rPr lang="en-US" dirty="0"/>
              <a:t>Boosting Algorithm </a:t>
            </a:r>
            <a:r>
              <a:rPr lang="en-NZ" dirty="0"/>
              <a:t>in Machine Learning</a:t>
            </a:r>
          </a:p>
        </p:txBody>
      </p:sp>
    </p:spTree>
    <p:extLst>
      <p:ext uri="{BB962C8B-B14F-4D97-AF65-F5344CB8AC3E}">
        <p14:creationId xmlns:p14="http://schemas.microsoft.com/office/powerpoint/2010/main" val="2377118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62FAC-F92F-5966-8B76-021679791AF5}"/>
              </a:ext>
            </a:extLst>
          </p:cNvPr>
          <p:cNvSpPr>
            <a:spLocks noGrp="1"/>
          </p:cNvSpPr>
          <p:nvPr>
            <p:ph type="title"/>
          </p:nvPr>
        </p:nvSpPr>
        <p:spPr/>
        <p:txBody>
          <a:bodyPr/>
          <a:lstStyle/>
          <a:p>
            <a:r>
              <a:rPr lang="en-US" dirty="0"/>
              <a:t> </a:t>
            </a:r>
            <a:r>
              <a:rPr lang="en-US" u="sng" dirty="0"/>
              <a:t>Ada Boost algorithm:</a:t>
            </a:r>
            <a:endParaRPr lang="en-NZ" u="sng" dirty="0"/>
          </a:p>
        </p:txBody>
      </p:sp>
      <p:sp>
        <p:nvSpPr>
          <p:cNvPr id="3" name="Content Placeholder 2">
            <a:extLst>
              <a:ext uri="{FF2B5EF4-FFF2-40B4-BE49-F238E27FC236}">
                <a16:creationId xmlns:a16="http://schemas.microsoft.com/office/drawing/2014/main" id="{3A4D01F4-FE3C-A90C-2723-0E30191C9B7A}"/>
              </a:ext>
            </a:extLst>
          </p:cNvPr>
          <p:cNvSpPr>
            <a:spLocks noGrp="1"/>
          </p:cNvSpPr>
          <p:nvPr>
            <p:ph idx="1"/>
          </p:nvPr>
        </p:nvSpPr>
        <p:spPr/>
        <p:txBody>
          <a:bodyPr/>
          <a:lstStyle/>
          <a:p>
            <a:endParaRPr lang="en-US" dirty="0"/>
          </a:p>
          <a:p>
            <a:r>
              <a:rPr lang="en-US" dirty="0">
                <a:latin typeface="Times New Roman" panose="02020603050405020304" pitchFamily="18" charset="0"/>
                <a:cs typeface="Times New Roman" panose="02020603050405020304" pitchFamily="18" charset="0"/>
              </a:rPr>
              <a:t>It is a meta-estimator that begins by fitting a regressor on the original dataset and then fits additional copies of the regressor on the same dataset but where the weights of instances are adjusted according to the error of the current prediction.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Simple to implement and requires minimal hyperparameter tuning.</a:t>
            </a:r>
          </a:p>
          <a:p>
            <a:endParaRPr lang="en-NZ" dirty="0"/>
          </a:p>
        </p:txBody>
      </p:sp>
    </p:spTree>
    <p:extLst>
      <p:ext uri="{BB962C8B-B14F-4D97-AF65-F5344CB8AC3E}">
        <p14:creationId xmlns:p14="http://schemas.microsoft.com/office/powerpoint/2010/main" val="205990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model&#10;&#10;AI-generated content may be incorrect.">
            <a:extLst>
              <a:ext uri="{FF2B5EF4-FFF2-40B4-BE49-F238E27FC236}">
                <a16:creationId xmlns:a16="http://schemas.microsoft.com/office/drawing/2014/main" id="{FFE61397-6346-9C4F-BD82-646802A930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3041" y="0"/>
            <a:ext cx="8733472" cy="4672465"/>
          </a:xfrm>
        </p:spPr>
      </p:pic>
      <p:sp>
        <p:nvSpPr>
          <p:cNvPr id="6" name="Rectangle 1">
            <a:extLst>
              <a:ext uri="{FF2B5EF4-FFF2-40B4-BE49-F238E27FC236}">
                <a16:creationId xmlns:a16="http://schemas.microsoft.com/office/drawing/2014/main" id="{F3BB9D33-AF44-1A7C-9E6C-D336F91FF73B}"/>
              </a:ext>
            </a:extLst>
          </p:cNvPr>
          <p:cNvSpPr>
            <a:spLocks noChangeArrowheads="1"/>
          </p:cNvSpPr>
          <p:nvPr/>
        </p:nvSpPr>
        <p:spPr bwMode="auto">
          <a:xfrm>
            <a:off x="464820" y="3603531"/>
            <a:ext cx="113157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Builds weak learners one after another.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Each new model gives more importance to samples with larger prediction errors.</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Final prediction is a weighted combination of all learners. </a:t>
            </a:r>
          </a:p>
        </p:txBody>
      </p:sp>
    </p:spTree>
    <p:extLst>
      <p:ext uri="{BB962C8B-B14F-4D97-AF65-F5344CB8AC3E}">
        <p14:creationId xmlns:p14="http://schemas.microsoft.com/office/powerpoint/2010/main" val="2873035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3221B-5E47-48CF-6A6C-4DE53EFD6682}"/>
              </a:ext>
            </a:extLst>
          </p:cNvPr>
          <p:cNvSpPr>
            <a:spLocks noGrp="1"/>
          </p:cNvSpPr>
          <p:nvPr>
            <p:ph type="title"/>
          </p:nvPr>
        </p:nvSpPr>
        <p:spPr/>
        <p:txBody>
          <a:bodyPr/>
          <a:lstStyle/>
          <a:p>
            <a:r>
              <a:rPr lang="en-US" u="sng" dirty="0"/>
              <a:t>XG Boosting algorithm:</a:t>
            </a:r>
            <a:endParaRPr lang="en-NZ" u="sng" dirty="0"/>
          </a:p>
        </p:txBody>
      </p:sp>
      <p:sp>
        <p:nvSpPr>
          <p:cNvPr id="3" name="Content Placeholder 2">
            <a:extLst>
              <a:ext uri="{FF2B5EF4-FFF2-40B4-BE49-F238E27FC236}">
                <a16:creationId xmlns:a16="http://schemas.microsoft.com/office/drawing/2014/main" id="{12FD5593-695A-B375-D1CF-313696346663}"/>
              </a:ext>
            </a:extLst>
          </p:cNvPr>
          <p:cNvSpPr>
            <a:spLocks noGrp="1"/>
          </p:cNvSpPr>
          <p:nvPr>
            <p:ph idx="1"/>
          </p:nvPr>
        </p:nvSpPr>
        <p:spPr/>
        <p:txBody>
          <a:bodyPr/>
          <a:lstStyle/>
          <a:p>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(Extreme Gradient Boosting) is an advanced, highly scalable implementation of the gradient boosted decision tree algorithm. </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 regression, it sequentially builds shallow decision trees to predict continuous numeric values (e.g., prices, temperature) by minimizing a loss function and applying regularization to prevent overfitting.</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13196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tree&#10;&#10;AI-generated content may be incorrect.">
            <a:extLst>
              <a:ext uri="{FF2B5EF4-FFF2-40B4-BE49-F238E27FC236}">
                <a16:creationId xmlns:a16="http://schemas.microsoft.com/office/drawing/2014/main" id="{92A6DE47-B4F9-9827-5662-96145F2DCC0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7409" y="370205"/>
            <a:ext cx="5532652" cy="3236602"/>
          </a:xfr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6B48F7FA-A82B-4536-0BDC-57B1124D559D}"/>
                  </a:ext>
                </a:extLst>
              </p:cNvPr>
              <p:cNvSpPr txBox="1"/>
              <p:nvPr/>
            </p:nvSpPr>
            <p:spPr>
              <a:xfrm>
                <a:off x="2133600" y="4066520"/>
                <a:ext cx="8785859" cy="2308324"/>
              </a:xfrm>
              <a:prstGeom prst="rect">
                <a:avLst/>
              </a:prstGeom>
              <a:noFill/>
            </p:spPr>
            <p:txBody>
              <a:bodyPr wrap="square">
                <a:spAutoFit/>
              </a:bodyPr>
              <a:lstStyle/>
              <a:p>
                <a:pPr marL="285750" indent="-285750">
                  <a:buFont typeface="Wingdings" panose="05000000000000000000" pitchFamily="2" charset="2"/>
                  <a:buChar char="v"/>
                </a:pP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builds decision trees sequentially, where each new tree learns from the residual errors of previous trees.</a:t>
                </a:r>
              </a:p>
              <a:p>
                <a:pPr marL="285750" indent="-285750">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NZ" sz="2400" dirty="0">
                    <a:latin typeface="Times New Roman" panose="02020603050405020304" pitchFamily="18" charset="0"/>
                    <a:cs typeface="Times New Roman" panose="02020603050405020304" pitchFamily="18" charset="0"/>
                  </a:rPr>
                  <a:t>The outputs of all decision trees </a:t>
                </a:r>
                <a14:m>
                  <m:oMath xmlns:m="http://schemas.openxmlformats.org/officeDocument/2006/math">
                    <m:d>
                      <m:dPr>
                        <m:sepChr m:val=","/>
                        <m:ctrlPr>
                          <a:rPr lang="ar-AE" sz="2400"/>
                        </m:ctrlPr>
                      </m:dPr>
                      <m:e>
                        <m:sSub>
                          <m:sSubPr>
                            <m:ctrlPr>
                              <a:rPr lang="ar-AE" sz="2400"/>
                            </m:ctrlPr>
                          </m:sSubPr>
                          <m:e>
                            <m:r>
                              <a:rPr lang="ar-AE" sz="2400" i="1"/>
                              <m:t>𝑓</m:t>
                            </m:r>
                          </m:e>
                          <m:sub>
                            <m:r>
                              <a:rPr lang="ar-AE" sz="2400"/>
                              <m:t>1</m:t>
                            </m:r>
                          </m:sub>
                        </m:sSub>
                      </m:e>
                      <m:e>
                        <m:d>
                          <m:dPr>
                            <m:ctrlPr>
                              <a:rPr lang="ar-AE" sz="2400" i="1"/>
                            </m:ctrlPr>
                          </m:dPr>
                          <m:e>
                            <m:r>
                              <a:rPr lang="ar-AE" sz="2400" i="1"/>
                              <m:t>𝑥</m:t>
                            </m:r>
                          </m:e>
                        </m:d>
                      </m:e>
                      <m:e>
                        <m:sSub>
                          <m:sSubPr>
                            <m:ctrlPr>
                              <a:rPr lang="ar-AE" sz="2400" i="1"/>
                            </m:ctrlPr>
                          </m:sSubPr>
                          <m:e>
                            <m:r>
                              <a:rPr lang="ar-AE" sz="2400" i="1"/>
                              <m:t>𝑓</m:t>
                            </m:r>
                          </m:e>
                          <m:sub>
                            <m:r>
                              <a:rPr lang="ar-AE" sz="2400"/>
                              <m:t>2</m:t>
                            </m:r>
                          </m:sub>
                        </m:sSub>
                      </m:e>
                      <m:e>
                        <m:d>
                          <m:dPr>
                            <m:ctrlPr>
                              <a:rPr lang="ar-AE" sz="2400" i="1"/>
                            </m:ctrlPr>
                          </m:dPr>
                          <m:e>
                            <m:r>
                              <a:rPr lang="ar-AE" sz="2400" i="1"/>
                              <m:t>𝑥</m:t>
                            </m:r>
                          </m:e>
                        </m:d>
                        <m:r>
                          <a:rPr lang="ar-AE" sz="2400"/>
                          <m:t>…</m:t>
                        </m:r>
                        <m:sSub>
                          <m:sSubPr>
                            <m:ctrlPr>
                              <a:rPr lang="ar-AE" sz="2400" i="1"/>
                            </m:ctrlPr>
                          </m:sSubPr>
                          <m:e>
                            <m:r>
                              <a:rPr lang="ar-AE" sz="2400" i="1"/>
                              <m:t>𝑓</m:t>
                            </m:r>
                          </m:e>
                          <m:sub>
                            <m:r>
                              <a:rPr lang="ar-AE" sz="2400" i="1"/>
                              <m:t>𝑘</m:t>
                            </m:r>
                          </m:sub>
                        </m:sSub>
                        <m:d>
                          <m:dPr>
                            <m:ctrlPr>
                              <a:rPr lang="ar-AE" sz="2400" i="1"/>
                            </m:ctrlPr>
                          </m:dPr>
                          <m:e>
                            <m:r>
                              <a:rPr lang="ar-AE" sz="2400" i="1"/>
                              <m:t>𝑥</m:t>
                            </m:r>
                          </m:e>
                        </m:d>
                      </m:e>
                    </m:d>
                  </m:oMath>
                </a14:m>
                <a:r>
                  <a:rPr lang="en-NZ" sz="2400" dirty="0">
                    <a:latin typeface="Times New Roman" panose="02020603050405020304" pitchFamily="18" charset="0"/>
                    <a:cs typeface="Times New Roman" panose="02020603050405020304" pitchFamily="18" charset="0"/>
                  </a:rPr>
                  <a:t>are added together to produce the final prediction, resulting in high accuracy and reduced prediction error.</a:t>
                </a:r>
              </a:p>
            </p:txBody>
          </p:sp>
        </mc:Choice>
        <mc:Fallback>
          <p:sp>
            <p:nvSpPr>
              <p:cNvPr id="7" name="TextBox 6">
                <a:extLst>
                  <a:ext uri="{FF2B5EF4-FFF2-40B4-BE49-F238E27FC236}">
                    <a16:creationId xmlns:a16="http://schemas.microsoft.com/office/drawing/2014/main" id="{6B48F7FA-A82B-4536-0BDC-57B1124D559D}"/>
                  </a:ext>
                </a:extLst>
              </p:cNvPr>
              <p:cNvSpPr txBox="1">
                <a:spLocks noRot="1" noChangeAspect="1" noMove="1" noResize="1" noEditPoints="1" noAdjustHandles="1" noChangeArrowheads="1" noChangeShapeType="1" noTextEdit="1"/>
              </p:cNvSpPr>
              <p:nvPr/>
            </p:nvSpPr>
            <p:spPr>
              <a:xfrm>
                <a:off x="2133600" y="4066520"/>
                <a:ext cx="8785859" cy="2308324"/>
              </a:xfrm>
              <a:prstGeom prst="rect">
                <a:avLst/>
              </a:prstGeom>
              <a:blipFill>
                <a:blip r:embed="rId3"/>
                <a:stretch>
                  <a:fillRect l="-902" t="-2111" b="-5013"/>
                </a:stretch>
              </a:blipFill>
            </p:spPr>
            <p:txBody>
              <a:bodyPr/>
              <a:lstStyle/>
              <a:p>
                <a:r>
                  <a:rPr lang="en-NZ">
                    <a:noFill/>
                  </a:rPr>
                  <a:t> </a:t>
                </a:r>
              </a:p>
            </p:txBody>
          </p:sp>
        </mc:Fallback>
      </mc:AlternateContent>
    </p:spTree>
    <p:extLst>
      <p:ext uri="{BB962C8B-B14F-4D97-AF65-F5344CB8AC3E}">
        <p14:creationId xmlns:p14="http://schemas.microsoft.com/office/powerpoint/2010/main" val="1940031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D5EE2-C6C1-91F1-2F56-A069E61545D8}"/>
              </a:ext>
            </a:extLst>
          </p:cNvPr>
          <p:cNvSpPr>
            <a:spLocks noGrp="1"/>
          </p:cNvSpPr>
          <p:nvPr>
            <p:ph type="title"/>
          </p:nvPr>
        </p:nvSpPr>
        <p:spPr/>
        <p:txBody>
          <a:bodyPr/>
          <a:lstStyle/>
          <a:p>
            <a:r>
              <a:rPr lang="en-US" u="sng" dirty="0"/>
              <a:t>LG Boosting algorithm:</a:t>
            </a:r>
            <a:endParaRPr lang="en-NZ" u="sng" dirty="0"/>
          </a:p>
        </p:txBody>
      </p:sp>
      <p:sp>
        <p:nvSpPr>
          <p:cNvPr id="7" name="Content Placeholder 6">
            <a:extLst>
              <a:ext uri="{FF2B5EF4-FFF2-40B4-BE49-F238E27FC236}">
                <a16:creationId xmlns:a16="http://schemas.microsoft.com/office/drawing/2014/main" id="{5C5BA91B-D461-4312-F8EA-CE10DA6AE8EF}"/>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"LG Boosting" commonly refers to </a:t>
            </a:r>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(Light Gradient Boosting Machine), a highly efficient, open-source gradient boosting framework originally developed by Microsoft.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 It optimizes the standard Gradient Boosted Decision Tree (GBDT) architecture to handle large-scale datasets with extreme speed and lower memory consumption.</a:t>
            </a:r>
            <a:endParaRPr lang="en-NZ"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5089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a:extLst>
              <a:ext uri="{FF2B5EF4-FFF2-40B4-BE49-F238E27FC236}">
                <a16:creationId xmlns:a16="http://schemas.microsoft.com/office/drawing/2014/main" id="{11613720-FB1C-11EF-86C2-DAF78BD8A84D}"/>
              </a:ext>
            </a:extLst>
          </p:cNvPr>
          <p:cNvSpPr>
            <a:spLocks noChangeArrowheads="1"/>
          </p:cNvSpPr>
          <p:nvPr/>
        </p:nvSpPr>
        <p:spPr bwMode="auto">
          <a:xfrm>
            <a:off x="2273180" y="4181857"/>
            <a:ext cx="9346250"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Grows trees leaf-wise rather than level-wise. </a:t>
            </a: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Faster training and lower memory usage on large datasets.</a:t>
            </a:r>
          </a:p>
          <a:p>
            <a:pPr marR="0" lvl="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Excellent for high-dimensional and large-scale data. </a:t>
            </a:r>
          </a:p>
        </p:txBody>
      </p:sp>
      <p:pic>
        <p:nvPicPr>
          <p:cNvPr id="10" name="Content Placeholder 9" descr="A diagram of a diagram">
            <a:extLst>
              <a:ext uri="{FF2B5EF4-FFF2-40B4-BE49-F238E27FC236}">
                <a16:creationId xmlns:a16="http://schemas.microsoft.com/office/drawing/2014/main" id="{96462A4E-D339-A58E-324D-7FA3E0FFE27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6145" y="176287"/>
            <a:ext cx="8702675" cy="4351338"/>
          </a:xfrm>
        </p:spPr>
      </p:pic>
    </p:spTree>
    <p:extLst>
      <p:ext uri="{BB962C8B-B14F-4D97-AF65-F5344CB8AC3E}">
        <p14:creationId xmlns:p14="http://schemas.microsoft.com/office/powerpoint/2010/main" val="207640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67F7A-9C5F-2EF3-49BC-C94B63DBBB24}"/>
              </a:ext>
            </a:extLst>
          </p:cNvPr>
          <p:cNvSpPr>
            <a:spLocks noGrp="1"/>
          </p:cNvSpPr>
          <p:nvPr>
            <p:ph type="title"/>
          </p:nvPr>
        </p:nvSpPr>
        <p:spPr/>
        <p:txBody>
          <a:bodyPr/>
          <a:lstStyle/>
          <a:p>
            <a:r>
              <a:rPr lang="en-NZ" u="sng" dirty="0"/>
              <a:t>Comparison:</a:t>
            </a:r>
          </a:p>
        </p:txBody>
      </p:sp>
      <p:graphicFrame>
        <p:nvGraphicFramePr>
          <p:cNvPr id="4" name="Content Placeholder 3">
            <a:extLst>
              <a:ext uri="{FF2B5EF4-FFF2-40B4-BE49-F238E27FC236}">
                <a16:creationId xmlns:a16="http://schemas.microsoft.com/office/drawing/2014/main" id="{A31B09B0-95F6-A8F4-7D24-B89C2279E186}"/>
              </a:ext>
            </a:extLst>
          </p:cNvPr>
          <p:cNvGraphicFramePr>
            <a:graphicFrameLocks noGrp="1"/>
          </p:cNvGraphicFramePr>
          <p:nvPr>
            <p:ph idx="1"/>
            <p:extLst>
              <p:ext uri="{D42A27DB-BD31-4B8C-83A1-F6EECF244321}">
                <p14:modId xmlns:p14="http://schemas.microsoft.com/office/powerpoint/2010/main" val="1443385484"/>
              </p:ext>
            </p:extLst>
          </p:nvPr>
        </p:nvGraphicFramePr>
        <p:xfrm>
          <a:off x="838200" y="2904014"/>
          <a:ext cx="10515600" cy="2194560"/>
        </p:xfrm>
        <a:graphic>
          <a:graphicData uri="http://schemas.openxmlformats.org/drawingml/2006/table">
            <a:tbl>
              <a:tblPr/>
              <a:tblGrid>
                <a:gridCol w="2628900">
                  <a:extLst>
                    <a:ext uri="{9D8B030D-6E8A-4147-A177-3AD203B41FA5}">
                      <a16:colId xmlns:a16="http://schemas.microsoft.com/office/drawing/2014/main" val="2744731489"/>
                    </a:ext>
                  </a:extLst>
                </a:gridCol>
                <a:gridCol w="2628900">
                  <a:extLst>
                    <a:ext uri="{9D8B030D-6E8A-4147-A177-3AD203B41FA5}">
                      <a16:colId xmlns:a16="http://schemas.microsoft.com/office/drawing/2014/main" val="909429710"/>
                    </a:ext>
                  </a:extLst>
                </a:gridCol>
                <a:gridCol w="2628900">
                  <a:extLst>
                    <a:ext uri="{9D8B030D-6E8A-4147-A177-3AD203B41FA5}">
                      <a16:colId xmlns:a16="http://schemas.microsoft.com/office/drawing/2014/main" val="33242220"/>
                    </a:ext>
                  </a:extLst>
                </a:gridCol>
                <a:gridCol w="2628900">
                  <a:extLst>
                    <a:ext uri="{9D8B030D-6E8A-4147-A177-3AD203B41FA5}">
                      <a16:colId xmlns:a16="http://schemas.microsoft.com/office/drawing/2014/main" val="130634766"/>
                    </a:ext>
                  </a:extLst>
                </a:gridCol>
              </a:tblGrid>
              <a:tr h="0">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extLst>
                  <a:ext uri="{0D108BD9-81ED-4DB2-BD59-A6C34878D82A}">
                    <a16:rowId xmlns:a16="http://schemas.microsoft.com/office/drawing/2014/main" val="3615028134"/>
                  </a:ext>
                </a:extLst>
              </a:tr>
              <a:tr h="0">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extLst>
                  <a:ext uri="{0D108BD9-81ED-4DB2-BD59-A6C34878D82A}">
                    <a16:rowId xmlns:a16="http://schemas.microsoft.com/office/drawing/2014/main" val="358051579"/>
                  </a:ext>
                </a:extLst>
              </a:tr>
              <a:tr h="0">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extLst>
                  <a:ext uri="{0D108BD9-81ED-4DB2-BD59-A6C34878D82A}">
                    <a16:rowId xmlns:a16="http://schemas.microsoft.com/office/drawing/2014/main" val="956339843"/>
                  </a:ext>
                </a:extLst>
              </a:tr>
              <a:tr h="0">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extLst>
                  <a:ext uri="{0D108BD9-81ED-4DB2-BD59-A6C34878D82A}">
                    <a16:rowId xmlns:a16="http://schemas.microsoft.com/office/drawing/2014/main" val="954945907"/>
                  </a:ext>
                </a:extLst>
              </a:tr>
              <a:tr h="0">
                <a:tc>
                  <a:txBody>
                    <a:bodyPr/>
                    <a:lstStyle/>
                    <a:p>
                      <a:pPr>
                        <a:buNone/>
                      </a:pPr>
                      <a:endParaRPr lang="en-NZ" dirty="0"/>
                    </a:p>
                  </a:txBody>
                  <a:tcPr anchor="ctr">
                    <a:lnL>
                      <a:noFill/>
                    </a:lnL>
                    <a:lnR>
                      <a:noFill/>
                    </a:lnR>
                    <a:lnT>
                      <a:noFill/>
                    </a:lnT>
                    <a:lnB>
                      <a:noFill/>
                    </a:lnB>
                    <a:noFill/>
                  </a:tcPr>
                </a:tc>
                <a:tc>
                  <a:txBody>
                    <a:bodyPr/>
                    <a:lstStyle/>
                    <a:p>
                      <a:pPr>
                        <a:buNone/>
                      </a:pPr>
                      <a:endParaRPr lang="en-NZ"/>
                    </a:p>
                  </a:txBody>
                  <a:tcPr anchor="ctr">
                    <a:lnL>
                      <a:noFill/>
                    </a:lnL>
                    <a:lnR>
                      <a:noFill/>
                    </a:lnR>
                    <a:lnT>
                      <a:noFill/>
                    </a:lnT>
                    <a:lnB>
                      <a:noFill/>
                    </a:lnB>
                    <a:noFill/>
                  </a:tcPr>
                </a:tc>
                <a:tc>
                  <a:txBody>
                    <a:bodyPr/>
                    <a:lstStyle/>
                    <a:p>
                      <a:pPr>
                        <a:buNone/>
                      </a:pPr>
                      <a:endParaRPr lang="en-NZ"/>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extLst>
                  <a:ext uri="{0D108BD9-81ED-4DB2-BD59-A6C34878D82A}">
                    <a16:rowId xmlns:a16="http://schemas.microsoft.com/office/drawing/2014/main" val="1188363237"/>
                  </a:ext>
                </a:extLst>
              </a:tr>
              <a:tr h="0">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tc>
                  <a:txBody>
                    <a:bodyPr/>
                    <a:lstStyle/>
                    <a:p>
                      <a:pPr>
                        <a:buNone/>
                      </a:pPr>
                      <a:endParaRPr lang="en-NZ" dirty="0"/>
                    </a:p>
                  </a:txBody>
                  <a:tcPr anchor="ctr">
                    <a:lnL>
                      <a:noFill/>
                    </a:lnL>
                    <a:lnR>
                      <a:noFill/>
                    </a:lnR>
                    <a:lnT>
                      <a:noFill/>
                    </a:lnT>
                    <a:lnB>
                      <a:noFill/>
                    </a:lnB>
                    <a:noFill/>
                  </a:tcPr>
                </a:tc>
                <a:extLst>
                  <a:ext uri="{0D108BD9-81ED-4DB2-BD59-A6C34878D82A}">
                    <a16:rowId xmlns:a16="http://schemas.microsoft.com/office/drawing/2014/main" val="4227223854"/>
                  </a:ext>
                </a:extLst>
              </a:tr>
            </a:tbl>
          </a:graphicData>
        </a:graphic>
      </p:graphicFrame>
      <p:graphicFrame>
        <p:nvGraphicFramePr>
          <p:cNvPr id="5" name="Table 4">
            <a:extLst>
              <a:ext uri="{FF2B5EF4-FFF2-40B4-BE49-F238E27FC236}">
                <a16:creationId xmlns:a16="http://schemas.microsoft.com/office/drawing/2014/main" id="{4231B8A9-228B-15A8-F76E-A0442E2FE2F3}"/>
              </a:ext>
            </a:extLst>
          </p:cNvPr>
          <p:cNvGraphicFramePr>
            <a:graphicFrameLocks noGrp="1"/>
          </p:cNvGraphicFramePr>
          <p:nvPr>
            <p:extLst>
              <p:ext uri="{D42A27DB-BD31-4B8C-83A1-F6EECF244321}">
                <p14:modId xmlns:p14="http://schemas.microsoft.com/office/powerpoint/2010/main" val="1408706157"/>
              </p:ext>
            </p:extLst>
          </p:nvPr>
        </p:nvGraphicFramePr>
        <p:xfrm>
          <a:off x="773464" y="1829261"/>
          <a:ext cx="10292170" cy="4852472"/>
        </p:xfrm>
        <a:graphic>
          <a:graphicData uri="http://schemas.openxmlformats.org/drawingml/2006/table">
            <a:tbl>
              <a:tblPr firstRow="1" bandRow="1">
                <a:tableStyleId>{5C22544A-7EE6-4342-B048-85BDC9FD1C3A}</a:tableStyleId>
              </a:tblPr>
              <a:tblGrid>
                <a:gridCol w="1397350">
                  <a:extLst>
                    <a:ext uri="{9D8B030D-6E8A-4147-A177-3AD203B41FA5}">
                      <a16:colId xmlns:a16="http://schemas.microsoft.com/office/drawing/2014/main" val="2549132114"/>
                    </a:ext>
                  </a:extLst>
                </a:gridCol>
                <a:gridCol w="2344542">
                  <a:extLst>
                    <a:ext uri="{9D8B030D-6E8A-4147-A177-3AD203B41FA5}">
                      <a16:colId xmlns:a16="http://schemas.microsoft.com/office/drawing/2014/main" val="520034894"/>
                    </a:ext>
                  </a:extLst>
                </a:gridCol>
                <a:gridCol w="2799844">
                  <a:extLst>
                    <a:ext uri="{9D8B030D-6E8A-4147-A177-3AD203B41FA5}">
                      <a16:colId xmlns:a16="http://schemas.microsoft.com/office/drawing/2014/main" val="3902681416"/>
                    </a:ext>
                  </a:extLst>
                </a:gridCol>
                <a:gridCol w="3750434">
                  <a:extLst>
                    <a:ext uri="{9D8B030D-6E8A-4147-A177-3AD203B41FA5}">
                      <a16:colId xmlns:a16="http://schemas.microsoft.com/office/drawing/2014/main" val="1157780737"/>
                    </a:ext>
                  </a:extLst>
                </a:gridCol>
              </a:tblGrid>
              <a:tr h="713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Feature</a:t>
                      </a:r>
                    </a:p>
                    <a:p>
                      <a:endParaRPr lang="en-NZ"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AdaBoost</a:t>
                      </a:r>
                    </a:p>
                    <a:p>
                      <a:endParaRPr lang="en-NZ"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err="1"/>
                        <a:t>XGBoost</a:t>
                      </a:r>
                      <a:endParaRPr lang="en-NZ" dirty="0"/>
                    </a:p>
                    <a:p>
                      <a:endParaRPr lang="en-NZ"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err="1"/>
                        <a:t>LightGBM</a:t>
                      </a:r>
                      <a:endParaRPr lang="en-NZ" dirty="0"/>
                    </a:p>
                    <a:p>
                      <a:endParaRPr lang="en-NZ" dirty="0"/>
                    </a:p>
                  </a:txBody>
                  <a:tcPr/>
                </a:tc>
                <a:extLst>
                  <a:ext uri="{0D108BD9-81ED-4DB2-BD59-A6C34878D82A}">
                    <a16:rowId xmlns:a16="http://schemas.microsoft.com/office/drawing/2014/main" val="2170226383"/>
                  </a:ext>
                </a:extLst>
              </a:tr>
              <a:tr h="114234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Learning Style</a:t>
                      </a:r>
                    </a:p>
                    <a:p>
                      <a:endParaRPr lang="en-NZ"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Sequential boosting</a:t>
                      </a:r>
                    </a:p>
                    <a:p>
                      <a:endParaRPr lang="en-NZ"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Gradient boosting</a:t>
                      </a:r>
                    </a:p>
                    <a:p>
                      <a:endParaRPr lang="en-NZ"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Gradient boosting</a:t>
                      </a:r>
                    </a:p>
                    <a:p>
                      <a:endParaRPr lang="en-NZ" dirty="0"/>
                    </a:p>
                  </a:txBody>
                  <a:tcPr/>
                </a:tc>
                <a:extLst>
                  <a:ext uri="{0D108BD9-81ED-4DB2-BD59-A6C34878D82A}">
                    <a16:rowId xmlns:a16="http://schemas.microsoft.com/office/drawing/2014/main" val="1899340128"/>
                  </a:ext>
                </a:extLst>
              </a:tr>
              <a:tr h="4997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Speed</a:t>
                      </a:r>
                    </a:p>
                    <a:p>
                      <a:endParaRPr lang="en-NZ" dirty="0"/>
                    </a:p>
                  </a:txBody>
                  <a:tcPr/>
                </a:tc>
                <a:tc>
                  <a:txBody>
                    <a:bodyPr/>
                    <a:lstStyle/>
                    <a:p>
                      <a:r>
                        <a:rPr lang="en-NZ" dirty="0"/>
                        <a:t>Moderate</a:t>
                      </a:r>
                    </a:p>
                  </a:txBody>
                  <a:tcPr/>
                </a:tc>
                <a:tc>
                  <a:txBody>
                    <a:bodyPr/>
                    <a:lstStyle/>
                    <a:p>
                      <a:r>
                        <a:rPr lang="en-NZ" dirty="0"/>
                        <a:t>Fast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Very Fast</a:t>
                      </a:r>
                    </a:p>
                    <a:p>
                      <a:endParaRPr lang="en-NZ" dirty="0"/>
                    </a:p>
                  </a:txBody>
                  <a:tcPr/>
                </a:tc>
                <a:extLst>
                  <a:ext uri="{0D108BD9-81ED-4DB2-BD59-A6C34878D82A}">
                    <a16:rowId xmlns:a16="http://schemas.microsoft.com/office/drawing/2014/main" val="63478052"/>
                  </a:ext>
                </a:extLst>
              </a:tr>
              <a:tr h="9281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Memory Usage</a:t>
                      </a:r>
                    </a:p>
                    <a:p>
                      <a:endParaRPr lang="en-NZ" dirty="0"/>
                    </a:p>
                  </a:txBody>
                  <a:tcPr/>
                </a:tc>
                <a:tc>
                  <a:txBody>
                    <a:bodyPr/>
                    <a:lstStyle/>
                    <a:p>
                      <a:r>
                        <a:rPr lang="en-NZ" dirty="0"/>
                        <a:t>Low</a:t>
                      </a:r>
                    </a:p>
                  </a:txBody>
                  <a:tcPr/>
                </a:tc>
                <a:tc>
                  <a:txBody>
                    <a:bodyPr/>
                    <a:lstStyle/>
                    <a:p>
                      <a:r>
                        <a:rPr lang="en-NZ" dirty="0"/>
                        <a:t>Medium</a:t>
                      </a:r>
                    </a:p>
                  </a:txBody>
                  <a:tcPr/>
                </a:tc>
                <a:tc>
                  <a:txBody>
                    <a:bodyPr/>
                    <a:lstStyle/>
                    <a:p>
                      <a:r>
                        <a:rPr lang="en-NZ" dirty="0"/>
                        <a:t>Low</a:t>
                      </a:r>
                    </a:p>
                  </a:txBody>
                  <a:tcPr/>
                </a:tc>
                <a:extLst>
                  <a:ext uri="{0D108BD9-81ED-4DB2-BD59-A6C34878D82A}">
                    <a16:rowId xmlns:a16="http://schemas.microsoft.com/office/drawing/2014/main" val="3166717349"/>
                  </a:ext>
                </a:extLst>
              </a:tr>
              <a:tr h="713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Accuracy</a:t>
                      </a:r>
                    </a:p>
                    <a:p>
                      <a:endParaRPr lang="en-NZ" dirty="0"/>
                    </a:p>
                  </a:txBody>
                  <a:tcPr/>
                </a:tc>
                <a:tc>
                  <a:txBody>
                    <a:bodyPr/>
                    <a:lstStyle/>
                    <a:p>
                      <a:r>
                        <a:rPr lang="en-NZ" dirty="0"/>
                        <a:t>Good</a:t>
                      </a:r>
                    </a:p>
                  </a:txBody>
                  <a:tcPr/>
                </a:tc>
                <a:tc>
                  <a:txBody>
                    <a:bodyPr/>
                    <a:lstStyle/>
                    <a:p>
                      <a:r>
                        <a:rPr lang="en-NZ" dirty="0"/>
                        <a:t>Excellent</a:t>
                      </a:r>
                    </a:p>
                  </a:txBody>
                  <a:tcPr/>
                </a:tc>
                <a:tc>
                  <a:txBody>
                    <a:bodyPr/>
                    <a:lstStyle/>
                    <a:p>
                      <a:r>
                        <a:rPr lang="en-NZ" dirty="0"/>
                        <a:t>Excellent</a:t>
                      </a:r>
                    </a:p>
                  </a:txBody>
                  <a:tcPr/>
                </a:tc>
                <a:extLst>
                  <a:ext uri="{0D108BD9-81ED-4DB2-BD59-A6C34878D82A}">
                    <a16:rowId xmlns:a16="http://schemas.microsoft.com/office/drawing/2014/main" val="2467465669"/>
                  </a:ext>
                </a:extLst>
              </a:tr>
              <a:tr h="7139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Best For</a:t>
                      </a:r>
                    </a:p>
                    <a:p>
                      <a:endParaRPr lang="en-NZ" dirty="0"/>
                    </a:p>
                  </a:txBody>
                  <a:tcPr/>
                </a:tc>
                <a:tc>
                  <a:txBody>
                    <a:bodyPr/>
                    <a:lstStyle/>
                    <a:p>
                      <a:r>
                        <a:rPr lang="en-NZ" dirty="0"/>
                        <a:t>Small datasets</a:t>
                      </a:r>
                    </a:p>
                  </a:txBody>
                  <a:tcPr/>
                </a:tc>
                <a:tc>
                  <a:txBody>
                    <a:bodyPr/>
                    <a:lstStyle/>
                    <a:p>
                      <a:r>
                        <a:rPr lang="en-NZ" dirty="0"/>
                        <a:t>General ML tasks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dirty="0"/>
                        <a:t>Large datasets</a:t>
                      </a:r>
                    </a:p>
                    <a:p>
                      <a:endParaRPr lang="en-NZ" dirty="0"/>
                    </a:p>
                  </a:txBody>
                  <a:tcPr/>
                </a:tc>
                <a:extLst>
                  <a:ext uri="{0D108BD9-81ED-4DB2-BD59-A6C34878D82A}">
                    <a16:rowId xmlns:a16="http://schemas.microsoft.com/office/drawing/2014/main" val="1286139961"/>
                  </a:ext>
                </a:extLst>
              </a:tr>
            </a:tbl>
          </a:graphicData>
        </a:graphic>
      </p:graphicFrame>
    </p:spTree>
    <p:extLst>
      <p:ext uri="{BB962C8B-B14F-4D97-AF65-F5344CB8AC3E}">
        <p14:creationId xmlns:p14="http://schemas.microsoft.com/office/powerpoint/2010/main" val="35506235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1241</TotalTime>
  <Words>317</Words>
  <Application>Microsoft Office PowerPoint</Application>
  <PresentationFormat>Widescreen</PresentationFormat>
  <Paragraphs>56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Boosting Algorithm in Machine Learning</vt:lpstr>
      <vt:lpstr> Ada Boost algorithm:</vt:lpstr>
      <vt:lpstr>PowerPoint Presentation</vt:lpstr>
      <vt:lpstr>XG Boosting algorithm:</vt:lpstr>
      <vt:lpstr>PowerPoint Presentation</vt:lpstr>
      <vt:lpstr>LG Boosting algorithm:</vt:lpstr>
      <vt:lpstr>PowerPoint Presentation</vt:lpstr>
      <vt:lpstr>Comparison: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Amaran Prasanna Kanniah</dc:creator>
  <cp:lastModifiedBy>Amaran Prasanna Kanniah</cp:lastModifiedBy>
  <cp:revision>1</cp:revision>
  <dcterms:created xsi:type="dcterms:W3CDTF">2026-06-28T07:47:49Z</dcterms:created>
  <dcterms:modified xsi:type="dcterms:W3CDTF">2026-06-29T04:29:34Z</dcterms:modified>
</cp:coreProperties>
</file>